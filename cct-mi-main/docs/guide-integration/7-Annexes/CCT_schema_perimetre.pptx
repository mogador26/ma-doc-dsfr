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25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49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97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27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3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69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97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249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831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48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427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D6DB6-DA14-4DCF-8425-1AF06A2D3308}" type="datetimeFigureOut">
              <a:rPr lang="fr-FR" smtClean="0"/>
              <a:t>01/08/2023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B5BB8-888F-4B54-8994-1A9498FBB0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45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1154430" y="925100"/>
            <a:ext cx="5084064" cy="96012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Applications métiers</a:t>
            </a:r>
            <a:endParaRPr lang="fr-FR" dirty="0" smtClean="0"/>
          </a:p>
          <a:p>
            <a:pPr algn="ctr"/>
            <a:r>
              <a:rPr lang="fr-FR" dirty="0" smtClean="0"/>
              <a:t>LRPPN, LPRGN, Schengen, SI Armes, SI ERPC, Elections,…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6281928" y="859536"/>
            <a:ext cx="2142744" cy="352958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Logiciels « embarqués » </a:t>
            </a:r>
          </a:p>
          <a:p>
            <a:pPr algn="ctr"/>
            <a:endParaRPr lang="fr-FR" dirty="0" smtClean="0">
              <a:solidFill>
                <a:schemeClr val="tx1"/>
              </a:solidFill>
            </a:endParaRPr>
          </a:p>
          <a:p>
            <a:pPr algn="ctr"/>
            <a:endParaRPr lang="fr-FR" dirty="0" smtClean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1600" dirty="0" smtClean="0"/>
              <a:t>Mise à jour incluse à celles de l’application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Pas de TMA, ni de MCO spécifique,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Ne nécessite pas de compétence de l’exploitant</a:t>
            </a:r>
            <a:endParaRPr lang="fr-FR" sz="1600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1110996" y="2043716"/>
            <a:ext cx="2825496" cy="10820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Outils métiers informatiques</a:t>
            </a:r>
            <a:endParaRPr lang="fr-FR" dirty="0" smtClean="0"/>
          </a:p>
          <a:p>
            <a:pPr algn="ctr"/>
            <a:r>
              <a:rPr lang="fr-FR" sz="1400" dirty="0" err="1" smtClean="0"/>
              <a:t>VSCode</a:t>
            </a:r>
            <a:r>
              <a:rPr lang="fr-FR" sz="1400" dirty="0" smtClean="0"/>
              <a:t>, </a:t>
            </a:r>
            <a:r>
              <a:rPr lang="fr-FR" sz="1400" dirty="0" err="1" smtClean="0"/>
              <a:t>VSCodium</a:t>
            </a:r>
            <a:r>
              <a:rPr lang="fr-FR" sz="1400" dirty="0" smtClean="0"/>
              <a:t>, </a:t>
            </a:r>
            <a:r>
              <a:rPr lang="fr-FR" sz="1400" dirty="0" smtClean="0"/>
              <a:t>Eclipse, </a:t>
            </a:r>
            <a:r>
              <a:rPr lang="fr-FR" sz="1400" dirty="0" err="1" smtClean="0"/>
              <a:t>Ansible</a:t>
            </a:r>
            <a:r>
              <a:rPr lang="fr-FR" sz="1400" dirty="0" smtClean="0"/>
              <a:t>, </a:t>
            </a:r>
            <a:r>
              <a:rPr lang="fr-FR" sz="1400" dirty="0" err="1" smtClean="0"/>
              <a:t>GitOps</a:t>
            </a:r>
            <a:r>
              <a:rPr lang="fr-FR" sz="1400" dirty="0"/>
              <a:t> </a:t>
            </a:r>
            <a:r>
              <a:rPr lang="fr-FR" sz="1400" dirty="0" smtClean="0"/>
              <a:t>…</a:t>
            </a:r>
            <a:endParaRPr lang="fr-FR" sz="1400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3936492" y="2043716"/>
            <a:ext cx="2258568" cy="10820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Services applicatifs transverses</a:t>
            </a:r>
            <a:endParaRPr lang="fr-FR" sz="1600" dirty="0" smtClean="0"/>
          </a:p>
          <a:p>
            <a:pPr algn="ctr"/>
            <a:r>
              <a:rPr lang="fr-FR" sz="1400" dirty="0" err="1" smtClean="0"/>
              <a:t>Maarch</a:t>
            </a:r>
            <a:r>
              <a:rPr lang="fr-FR" sz="1400" dirty="0" smtClean="0"/>
              <a:t>, Signature électronique, horodatage…</a:t>
            </a:r>
            <a:endParaRPr lang="fr-FR" sz="1400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1110996" y="3284252"/>
            <a:ext cx="5084064" cy="10820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Composants de base</a:t>
            </a:r>
            <a:endParaRPr lang="fr-FR" dirty="0" smtClean="0"/>
          </a:p>
          <a:p>
            <a:pPr algn="ctr"/>
            <a:r>
              <a:rPr lang="fr-FR" sz="1400" dirty="0" smtClean="0"/>
              <a:t>Linux, Windows, </a:t>
            </a:r>
            <a:r>
              <a:rPr lang="fr-FR" sz="1400" dirty="0" err="1" smtClean="0"/>
              <a:t>OpenShift</a:t>
            </a:r>
            <a:r>
              <a:rPr lang="fr-FR" sz="1400" dirty="0" smtClean="0"/>
              <a:t>, </a:t>
            </a:r>
            <a:r>
              <a:rPr lang="fr-FR" sz="1400" dirty="0" err="1" smtClean="0"/>
              <a:t>OpenStack</a:t>
            </a:r>
            <a:r>
              <a:rPr lang="fr-FR" sz="1400" dirty="0" smtClean="0"/>
              <a:t>, </a:t>
            </a:r>
            <a:r>
              <a:rPr lang="fr-FR" sz="1400" dirty="0" err="1" smtClean="0"/>
              <a:t>vSphere</a:t>
            </a:r>
            <a:r>
              <a:rPr lang="fr-FR" sz="1400" dirty="0" smtClean="0"/>
              <a:t>, KVM, PostgreSQL, </a:t>
            </a:r>
            <a:r>
              <a:rPr lang="fr-FR" sz="1400" dirty="0" err="1" smtClean="0"/>
              <a:t>Nginx</a:t>
            </a:r>
            <a:r>
              <a:rPr lang="fr-FR" sz="1400" dirty="0" smtClean="0"/>
              <a:t>, …</a:t>
            </a:r>
            <a:endParaRPr lang="fr-FR" sz="1400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8468106" y="859536"/>
            <a:ext cx="2109216" cy="352958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Logiciels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 « de niche »</a:t>
            </a:r>
          </a:p>
          <a:p>
            <a:pPr algn="ctr"/>
            <a:endParaRPr lang="fr-FR" dirty="0" smtClean="0">
              <a:solidFill>
                <a:schemeClr val="tx1"/>
              </a:solidFill>
            </a:endParaRPr>
          </a:p>
          <a:p>
            <a:pPr algn="ctr"/>
            <a:endParaRPr lang="fr-FR" dirty="0" smtClean="0">
              <a:solidFill>
                <a:schemeClr val="tx1"/>
              </a:solidFill>
            </a:endParaRPr>
          </a:p>
          <a:p>
            <a:pPr algn="ctr"/>
            <a:endParaRPr lang="fr-FR" dirty="0" smtClean="0">
              <a:solidFill>
                <a:schemeClr val="tx1"/>
              </a:solidFill>
            </a:endParaRP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Diffusion limitée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Usage réduit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Non structurant</a:t>
            </a:r>
            <a:endParaRPr lang="fr-FR" dirty="0"/>
          </a:p>
        </p:txBody>
      </p:sp>
      <p:sp>
        <p:nvSpPr>
          <p:cNvPr id="11" name="Accolade ouvrante 10"/>
          <p:cNvSpPr/>
          <p:nvPr/>
        </p:nvSpPr>
        <p:spPr>
          <a:xfrm>
            <a:off x="937260" y="2119916"/>
            <a:ext cx="100584" cy="240487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 rot="18837782">
            <a:off x="-179058" y="3020339"/>
            <a:ext cx="160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Périmètre CCT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10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106</Words>
  <Application>Microsoft Office PowerPoint</Application>
  <PresentationFormat>Grand écran</PresentationFormat>
  <Paragraphs>24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DSIC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DRISS Hassan</dc:creator>
  <cp:lastModifiedBy>DRISS Hassan</cp:lastModifiedBy>
  <cp:revision>5</cp:revision>
  <dcterms:created xsi:type="dcterms:W3CDTF">2023-08-01T13:24:55Z</dcterms:created>
  <dcterms:modified xsi:type="dcterms:W3CDTF">2023-08-02T14:34:09Z</dcterms:modified>
</cp:coreProperties>
</file>